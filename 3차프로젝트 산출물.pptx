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Noto Sans KR Black" panose="020B0200000000000000" pitchFamily="50" charset="-127"/>
      <p:bold r:id="rId1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31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33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91928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노인 및 취약 계층을 위한 낙상 검증 프로젝트 소개</a:t>
            </a:r>
            <a:endParaRPr lang="en-US" sz="46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92060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이 프로젝트는 노인의 낙상 사고에 대응하는 것을 목표합니다.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453866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Python,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Pytorch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, React,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PostgreSQL등의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기술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스택을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활용합니다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.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515671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팀 : 임승환, 장대영, 손제용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577476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기간 25.04.23 ~ 25.05.01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8984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ERD (Entity Relationship Diagram)</a:t>
            </a:r>
            <a:endParaRPr lang="en-US" sz="46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4177665"/>
            <a:ext cx="3664863" cy="2439134"/>
          </a:xfrm>
          <a:prstGeom prst="roundRect">
            <a:avLst>
              <a:gd name="adj" fmla="val 5595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441209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데이터베이스 구조</a:t>
            </a:r>
            <a:endParaRPr lang="en-US" sz="2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28224" y="4920258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낙상 이벤트 테이블 하나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85467" y="4177664"/>
            <a:ext cx="3664863" cy="2439135"/>
          </a:xfrm>
          <a:prstGeom prst="roundRect">
            <a:avLst>
              <a:gd name="adj" fmla="val 5595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441209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테이블 설명</a:t>
            </a:r>
            <a:endParaRPr lang="en-US" sz="2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19901" y="4920258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휴대폰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번호</a:t>
            </a:r>
            <a:endParaRPr lang="en-US" sz="1750" dirty="0">
              <a:solidFill>
                <a:srgbClr val="E0D6DE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Inter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낙상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발생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시간</a:t>
            </a:r>
            <a:endParaRPr lang="en-US" sz="1750" dirty="0">
              <a:solidFill>
                <a:srgbClr val="E0D6DE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Inter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낙상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유형</a:t>
            </a:r>
            <a:endParaRPr lang="en-US" sz="1750" dirty="0">
              <a:solidFill>
                <a:srgbClr val="E0D6DE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Inter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낙상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순간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이미지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973" y="429697"/>
            <a:ext cx="4102298" cy="512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시스템 아키텍처</a:t>
            </a:r>
            <a:endParaRPr 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6973" y="1333024"/>
            <a:ext cx="2051090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전체 구조</a:t>
            </a:r>
            <a:endParaRPr lang="en-US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6973" y="1745575"/>
            <a:ext cx="657760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리액트, FastAPI, PostgreSQL, Pytorch기반 딥러닝 모델</a:t>
            </a:r>
            <a:endParaRPr lang="en-US" sz="1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13439" y="1333024"/>
            <a:ext cx="2051090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데이터 흐름</a:t>
            </a:r>
            <a:endParaRPr lang="en-US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13439" y="1745575"/>
            <a:ext cx="657760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웹 캠으로 실시간 좌표를 FastAPI로 수신 받고 낙상이 감지되면, React의 웹 GUI로 표시하며, </a:t>
            </a:r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DB에</a:t>
            </a:r>
            <a:r>
              <a:rPr lang="en-US" sz="120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낙상에 대한 정보가 저장됩니다.</a:t>
            </a:r>
            <a:endParaRPr lang="en-US" sz="1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73" y="2401847"/>
            <a:ext cx="11527427" cy="55020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9638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사용한 데이터</a:t>
            </a:r>
            <a:endParaRPr lang="en-US" sz="46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07619"/>
            <a:ext cx="573750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AI 허브 낙상사고 위험동작 영상-센서 쌍 데이터</a:t>
            </a:r>
            <a:endParaRPr lang="en-US" sz="2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40650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label data의 bbox로 이미지 resize 한 후 mediapipe로 관절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값을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</a:t>
            </a:r>
            <a:r>
              <a:rPr lang="ko-KR" alt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추출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해 LSTM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모델로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</a:t>
            </a:r>
            <a:r>
              <a:rPr lang="ko-KR" alt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시계열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데이터 학습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99521" y="380761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주요 기능</a:t>
            </a:r>
            <a:endParaRPr lang="en-US" sz="2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440650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실시간 낙상 알림(SMS)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48487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낙상 당시 상황 이미지로 저장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52908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낙상 유형 분류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52781"/>
            <a:ext cx="654605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낙상 감지 알고리즘 및 기술</a:t>
            </a:r>
            <a:endParaRPr lang="en-US" sz="46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523720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531506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데이터 전처리</a:t>
            </a:r>
            <a:endParaRPr lang="en-US" sz="2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530906" y="5823228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3차 스플라인 보간을 사용해, 위치, 기울기, 곡선의 연속성을 고려해 결측치를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처리했습니다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10</a:t>
            </a:r>
            <a:r>
              <a:rPr lang="ko-KR" alt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장의 프레임 중 </a:t>
            </a:r>
            <a:r>
              <a:rPr lang="en-US" altLang="ko-KR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Mediapipe</a:t>
            </a:r>
            <a:r>
              <a:rPr lang="en-US" altLang="ko-KR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</a:t>
            </a:r>
            <a:r>
              <a:rPr lang="ko-KR" alt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관절 검출이 </a:t>
            </a:r>
            <a:r>
              <a:rPr lang="en-US" altLang="ko-KR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3</a:t>
            </a:r>
            <a:r>
              <a:rPr lang="ko-KR" alt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장 이하인 경우 학습에 제외했습니다</a:t>
            </a:r>
            <a:r>
              <a:rPr lang="en-US" altLang="ko-KR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.</a:t>
            </a:r>
            <a:endParaRPr lang="en-US" sz="1750" dirty="0">
              <a:solidFill>
                <a:srgbClr val="E0D6DE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Inter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235893" y="523720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73008" y="531506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딥러닝 모델</a:t>
            </a:r>
            <a:endParaRPr lang="en-US" sz="2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73008" y="582322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LSTM 모델을 이용해 시계열 데이터를 학습했습니다. 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677995" y="523720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15111" y="531506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관절 </a:t>
            </a:r>
            <a:r>
              <a:rPr lang="en-US" sz="2300" b="1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좌표</a:t>
            </a:r>
            <a:r>
              <a:rPr lang="en-US" sz="2300" b="1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 </a:t>
            </a:r>
            <a:r>
              <a:rPr lang="ko-KR" altLang="en-US" sz="2300" b="1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추출</a:t>
            </a:r>
            <a:endParaRPr lang="en-US" sz="2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415111" y="5823228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학습 시 사람 기준으로 데이터를 Resize하여 mediapipe 관절 검출력을 높였습니다.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0680" y="534829"/>
            <a:ext cx="5105281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영상(GIF) 및 SMS</a:t>
            </a:r>
            <a:endParaRPr lang="en-US" sz="4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80" y="1683425"/>
            <a:ext cx="3414355" cy="278261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302" y="1683425"/>
            <a:ext cx="3006804" cy="63476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9071" y="1659136"/>
            <a:ext cx="3063121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서비스 설명</a:t>
            </a:r>
            <a:endParaRPr 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 2"/>
          <p:cNvSpPr/>
          <p:nvPr/>
        </p:nvSpPr>
        <p:spPr>
          <a:xfrm>
            <a:off x="8759071" y="2236470"/>
            <a:ext cx="5205770" cy="1166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웹 소켓을 이용해 실시간 통신하며 React에서 Mediapipe라이브러리를 이용해 관절 좌표를 탐지, FastAPI에 리스트 형태로 보냅니다.</a:t>
            </a:r>
            <a:endParaRPr lang="en-US" sz="19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8759071" y="3578423"/>
            <a:ext cx="5205770" cy="31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759071" y="4064675"/>
            <a:ext cx="5205770" cy="1944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FastAPI에서 10프레임 만큼의 관절 데이터를 받아, 모델 검증을 하고, 낙상이 감지되면 React에 낙상 분류 관련 정보를, PostgreSQL 기반의 DB에 낙상 정보를 저장하며, Solapi를 이용해 저장된 번호로 SMS를 보냅니다.</a:t>
            </a:r>
            <a:endParaRPr lang="en-US" sz="19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8759071" y="6184583"/>
            <a:ext cx="5205770" cy="31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07" y="3008114"/>
            <a:ext cx="6747867" cy="22133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08990" y="1716405"/>
            <a:ext cx="572762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결과 및 분석</a:t>
            </a:r>
            <a:endParaRPr lang="en-US" sz="46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Shape 1"/>
          <p:cNvSpPr/>
          <p:nvPr/>
        </p:nvSpPr>
        <p:spPr>
          <a:xfrm>
            <a:off x="8108990" y="280082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185547" y="2832735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1</a:t>
            </a:r>
            <a:endParaRPr lang="en-US" sz="2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8846106" y="287869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낙상 감지 정확도</a:t>
            </a:r>
            <a:endParaRPr lang="en-US" sz="2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8846106" y="3386852"/>
            <a:ext cx="49905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2210가지의 검증 데이터에서 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8846106" y="3885843"/>
            <a:ext cx="49905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4가지로 했을 경우 48.87%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846106" y="4384834"/>
            <a:ext cx="49905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낙상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/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정상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2</a:t>
            </a:r>
            <a:r>
              <a:rPr lang="ko-KR" alt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가지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의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경우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 75.34%를 </a:t>
            </a:r>
            <a:r>
              <a:rPr lang="en-US" sz="1750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기록했습니다</a:t>
            </a: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.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8108990" y="520136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185547" y="5233273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2</a:t>
            </a:r>
            <a:endParaRPr lang="en-US" sz="2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846106" y="527923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 err="1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향후</a:t>
            </a:r>
            <a:r>
              <a:rPr lang="en-US" sz="2300" b="1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 </a:t>
            </a:r>
            <a:r>
              <a:rPr lang="ko-KR" altLang="en-US" sz="2300" b="1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발전</a:t>
            </a:r>
            <a:endParaRPr lang="en-US" sz="2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846106" y="5787390"/>
            <a:ext cx="49905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알고리즘 정확도 향상과 직접적인 낙상 대응을 제공하는 것이 목표입니다.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9474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결론 및 향후 계획</a:t>
            </a:r>
            <a:endParaRPr lang="en-US" sz="46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00597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사회적 영향</a:t>
            </a:r>
            <a:endParaRPr lang="en-US" sz="2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604861"/>
            <a:ext cx="397954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노인 및 취약 계층 안전 증진과 의료비 절감에 기여합니다.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34357" y="400597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지속적 개선</a:t>
            </a:r>
            <a:endParaRPr lang="en-US" sz="2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34357" y="460486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기술 업그레이드와 사용자 피드백 반영을 계속할 예정입니다.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73496" y="400597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etrona Bold" pitchFamily="34" charset="-120"/>
              </a:rPr>
              <a:t>Q&amp;A</a:t>
            </a:r>
            <a:endParaRPr lang="en-US" sz="2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73496" y="460486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 pitchFamily="34" charset="-120"/>
              </a:rPr>
              <a:t>질문 부탁드립니다.</a:t>
            </a:r>
            <a:endParaRPr lang="en-US" sz="175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363</Words>
  <Application>Microsoft Office PowerPoint</Application>
  <PresentationFormat>사용자 지정</PresentationFormat>
  <Paragraphs>62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Noto Sans KR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SeungHwan Lim</cp:lastModifiedBy>
  <cp:revision>2</cp:revision>
  <dcterms:created xsi:type="dcterms:W3CDTF">2025-05-01T07:30:48Z</dcterms:created>
  <dcterms:modified xsi:type="dcterms:W3CDTF">2025-05-01T07:38:23Z</dcterms:modified>
</cp:coreProperties>
</file>